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636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们是第49组。今天我们将向大家汇报我们的课程项目——学生选课管理系统。本项目旨在解决传统选课方式中存在的效率低下、易出错等问题，通过技术手段提升教务管理的数字化水平。接下来，我们将从项目背景、目标、技术路线、团队分工和进度安排几个方面进行介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项目背景。目前，许多高校仍在使用传统的人工方式管理学生信息，这不仅效率低下，而且容易出错，数据也难以共享。我们的项目正是为了解决这些痛点，旨在开发一套轻量化、易操作的学生信息管理系统，以提升管理效率，保障信息安全，并为教学决策提供数据支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项目目标非常明确。核心是开发一套功能完整的学生信息管理系统。具体来说，系统将包含用户管理、学生信息管理、课程与成绩管理以及考勤管理四大核心模块，以满足高校日常教务管理的需求。我们希望通过这个系统，将信息处理效率提升50%以上，并将错误率降至最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为了实现上述目标，我们选择了一套成熟且高效的技术路线。系统将采用前后端分离的架构。后端基于Java和Spring Boot框架，确保业务逻辑的稳定与高效。前端则使用Vue 3和Element Plus，打造简洁友好的用户界面。数据库方面，我们选用MySQL，并引入Redis作为缓存，以优化系统性能。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我们团队成员分工明确，各司其职。刘乐意作为组长，负责项目统筹和前端核心开发；胡宇豪和王志杰负责后端开发与测试；李杭则负责前端辅助开发和文档编写。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我们将通过Git进行高效的代码协作，并建立每日同步、每周例会的沟通机制，确保项目顺利推进。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我们的进度安排。我们严格按照课程时间节点，将项目划分为五个阶段。从今天开始，我们将用两天时间完成需求分析和方案设计，并提交项目计划书。后续将依次进行开发、测试和优化，最终在结项前完成系统部署和所有交付材料的准备。我们有信心按时高质量地完成项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我的汇报到此结束，感谢各位老师和同学的聆听。我们已经准备好回答大家可能有的问题，欢迎提问。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0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5.svg"/><Relationship Id="rId9" Type="http://schemas.openxmlformats.org/officeDocument/2006/relationships/image" Target="../media/image2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762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学生选课管理系统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1651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 spc="20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PROJECT PROPOSAL REPORT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667000"/>
            <a:ext cx="3302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7000" y="3048000"/>
            <a:ext cx="711200" cy="711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286000" y="3175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项目组号 / GROUP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286000" y="36830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NO.49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2667000"/>
            <a:ext cx="3302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6000" y="3048000"/>
            <a:ext cx="711200" cy="711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715000" y="3175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团队成员 / MEMBERS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715000" y="36830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刘乐意 | 胡宇豪</a:t>
            </a:r>
            <a:b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王志杰 | 李杭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874000" y="2667000"/>
            <a:ext cx="3302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55000" y="3048000"/>
            <a:ext cx="711200" cy="711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144000" y="3175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开题日期 / DATE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144000" y="36830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2026.04.23</a:t>
            </a:r>
            <a:endParaRPr lang="en-US" sz="2400" dirty="0"/>
          </a:p>
        </p:txBody>
      </p:sp>
      <p:sp>
        <p:nvSpPr>
          <p:cNvPr id="16" name="AutoShape 16"/>
          <p:cNvSpPr/>
          <p:nvPr/>
        </p:nvSpPr>
        <p:spPr>
          <a:xfrm>
            <a:off x="0" y="5969000"/>
            <a:ext cx="12192000" cy="762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一、项目背景与意义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现状痛点 / Current Pain Points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413000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F9FBF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00" y="2667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032000" y="26035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效率低下 · Low Efficiency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032000" y="30226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依赖纸质档案与Excel表格进行人工管理，流程繁琐，耗时耗力，难以适应信息化发展需求。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683000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F9FBF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3937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2032000" y="38735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易出错 · Error Prone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032000" y="42926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人工进行数据录入与统计分析极易产生疏漏，数据的准确性与一致性难以得到有效保障。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4953000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F9FBF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0000" y="5207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2032000" y="51435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信息孤岛 · Information Silos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032000" y="55626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各部门数据分散存储，缺乏统一标准接口，导致信息共享困难，历史数据检索与整合不便。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477000" y="1778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项目意义 / Project Significance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2413000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F0F7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1000" y="26670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493000" y="26035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提升效率 · Efficiency Upgrade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493000" y="30226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实现学生信息全生命周期的数字化、自动化管理，大幅减少人工操作环节，降低管理成本。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77000" y="3683000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F0F7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31000" y="3937000"/>
            <a:ext cx="508000" cy="508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493000" y="38735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保障准确 · Accuracy Assurance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493000" y="42926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通过系统内置的逻辑校验与规范化流程，严格管控数据录入质量，确保数据的准确性与一致性。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477000" y="4953000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F0F7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31000" y="5207000"/>
            <a:ext cx="508000" cy="5080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493000" y="51435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数据支撑 · Data Support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493000" y="55626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构建统一的数据中心，提供多维度的报表与可视化分析，为学校的教学管理与决策提供可靠依据。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二、项目目标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76200" cy="12700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43000" y="15875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413000" y="1587500"/>
            <a:ext cx="863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开发一套功能完整、操作便捷的学生信息管理系统，实现学生信息、成绩、考勤等数据的全生命周期管理，旨在提升教务管理效率，优化数据流转流程，为高校教学管理提供强有力的数字化支撑。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2540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727200" y="3175000"/>
            <a:ext cx="609600" cy="609600"/>
          </a:xfrm>
          <a:prstGeom prst="ellipse">
            <a:avLst/>
          </a:prstGeom>
          <a:solidFill>
            <a:srgbClr val="E8F3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54200" y="3302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62000" y="4000500"/>
            <a:ext cx="254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用户管理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45085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构建完善的权限体系，支持管理员、教师、学生三种角色的登录验证与功能权限精细化控制。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467100" y="2921000"/>
            <a:ext cx="2540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432300" y="3175000"/>
            <a:ext cx="609600" cy="609600"/>
          </a:xfrm>
          <a:prstGeom prst="ellipse">
            <a:avLst/>
          </a:prstGeom>
          <a:solidFill>
            <a:srgbClr val="E8F3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59300" y="33020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3467100" y="4000500"/>
            <a:ext cx="254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学生信息管理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657600" y="45085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提供完整的数据维护功能，实现学生基本档案信息的新增、删除、修改与多维度查询检索。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172200" y="2921000"/>
            <a:ext cx="2540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137400" y="3175000"/>
            <a:ext cx="609600" cy="609600"/>
          </a:xfrm>
          <a:prstGeom prst="ellipse">
            <a:avLst/>
          </a:prstGeom>
          <a:solidFill>
            <a:srgbClr val="E8F3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64400" y="33020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172200" y="4000500"/>
            <a:ext cx="254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课程与成绩管理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62700" y="45085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支持课程基础信息维护，实现成绩的批量录入与查询，并可按学期、班级等维度生成成绩表。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890000" y="2921000"/>
            <a:ext cx="2540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9855200" y="3175000"/>
            <a:ext cx="609600" cy="609600"/>
          </a:xfrm>
          <a:prstGeom prst="ellipse">
            <a:avLst/>
          </a:prstGeom>
          <a:solidFill>
            <a:srgbClr val="E8F3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82200" y="33020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890000" y="4000500"/>
            <a:ext cx="254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考勤管理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080500" y="45085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数字化记录学生日常考勤状态，自动汇总出勤数据，并支持生成多维度的考勤统计分析报表。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三、技术路线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587500"/>
            <a:ext cx="762000" cy="762000"/>
          </a:xfrm>
          <a:prstGeom prst="ellipse">
            <a:avLst/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6500" y="1778000"/>
            <a:ext cx="381000" cy="381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032000" y="15875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总体架构设计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32000" y="20320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核心策略：采用</a:t>
            </a: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前后端分离 (B/S)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架构模式，彻底解耦业务逻辑与视图展示，显著提升系统的灵活性、扩展性与后期维护效率。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794000"/>
            <a:ext cx="3302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62000" y="2794000"/>
            <a:ext cx="3302000" cy="889000"/>
          </a:xfrm>
          <a:prstGeom prst="roundRect">
            <a:avLst>
              <a:gd name="adj" fmla="val 17142"/>
            </a:avLst>
          </a:prstGeom>
          <a:solidFill>
            <a:srgbClr val="4A90E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984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14500" y="29845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后端核心服务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39370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• 核心框架：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Java 11 + Spring Boot 2.7.x，构建高性能RESTful API。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• 数据操作：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集成 MyBatis-Plus，大幅简化CRUD开发。</a:t>
            </a:r>
          </a:p>
          <a:p>
            <a:pPr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• 安全管控：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Spring Security 实现细粒度权限控制。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4445000" y="2794000"/>
            <a:ext cx="3302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445000" y="2794000"/>
            <a:ext cx="3302000" cy="889000"/>
          </a:xfrm>
          <a:prstGeom prst="roundRect">
            <a:avLst>
              <a:gd name="adj" fmla="val 17142"/>
            </a:avLst>
          </a:prstGeom>
          <a:solidFill>
            <a:srgbClr val="4A90E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9845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397500" y="29845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前端交互界面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99000" y="39370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• 视图框架：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Vue 3 + Element Plus，构建现代化响应式UI。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• 状态管理：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Pinia 集中管理全局状态，逻辑更清晰。</a:t>
            </a:r>
          </a:p>
          <a:p>
            <a:pPr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• 数据通信：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Axios 封装请求，实现高效稳定的前后端交互。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8128000" y="2794000"/>
            <a:ext cx="3302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128000" y="2794000"/>
            <a:ext cx="3302000" cy="889000"/>
          </a:xfrm>
          <a:prstGeom prst="roundRect">
            <a:avLst>
              <a:gd name="adj" fmla="val 17142"/>
            </a:avLst>
          </a:prstGeom>
          <a:solidFill>
            <a:srgbClr val="4A90E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9845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080500" y="29845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数据存储与缓存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382000" y="39370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• 主数据库：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MySQL 8.0，稳定可靠的关系型数据库存储。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• 缓存加速：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Redis 6.x，热点数据高速读写，降低DB压力。</a:t>
            </a:r>
          </a:p>
          <a:p>
            <a:pPr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• 数据保障：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定期备份策略，确保核心数据的安全性与一致性。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四、团队分工与协作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▍成员分工配置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24765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222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222500"/>
            <a:ext cx="1460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刘乐意 (组长)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651000" y="2603500"/>
            <a:ext cx="146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负责项目整体统筹规划，主导前端核心功能模块的开发与架构搭建。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492500" y="2032000"/>
            <a:ext cx="24765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3000" y="22225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381500" y="2222500"/>
            <a:ext cx="1460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胡宇豪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2603500"/>
            <a:ext cx="146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专注于后端业务逻辑开发，负责MySQL数据库的设计、搭建与日常维护。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683000"/>
            <a:ext cx="24765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8735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651000" y="3873500"/>
            <a:ext cx="1460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王志杰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651000" y="4254500"/>
            <a:ext cx="146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协同进行后端接口开发，主要负责系统集成测试、Bug修复与性能优化。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492500" y="3683000"/>
            <a:ext cx="24765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83000" y="38735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4381500" y="3873500"/>
            <a:ext cx="1460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李杭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381500" y="4254500"/>
            <a:ext cx="146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协助前端页面与交互开发，负责项目技术文档、接口文档的编写与归档。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1524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▍高效协作机制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23000" y="2032000"/>
            <a:ext cx="4953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286000"/>
            <a:ext cx="609600" cy="609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366000" y="2222500"/>
            <a:ext cx="355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Git 版本控制管理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366000" y="26035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所有代码托管于 GitHub 远程仓库：</a:t>
            </a:r>
            <a:b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https://github.com/wE2for/student_system，实现代码的集中管理与历史追踪。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223000" y="3556000"/>
            <a:ext cx="4953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3810000"/>
            <a:ext cx="609600" cy="609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366000" y="3746500"/>
            <a:ext cx="355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标准化分支开发策略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366000" y="41275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采用 "Main (生产) + Dev (开发) + Feature (功能)" 三级分支模式，严格控制合并流程，确保代码质量。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223000" y="5080000"/>
            <a:ext cx="4953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5346700"/>
            <a:ext cx="609600" cy="6096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366000" y="5270500"/>
            <a:ext cx="355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常态化进度沟通机制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366000" y="56515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每日15分钟站会同步进度，每周例会复盘问题与风险，确保信息透明。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五、进度安排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841500"/>
            <a:ext cx="889000" cy="889000"/>
          </a:xfrm>
          <a:prstGeom prst="ellipse">
            <a:avLst/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95500"/>
            <a:ext cx="88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159000" y="18415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阶段核心目标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159000" y="22860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完成项目的需求分析调研，并输出详细的技术方案设计书。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9000" y="3111500"/>
            <a:ext cx="203200" cy="203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2413000" y="3086100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截止：4月24日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1524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699000" y="1841500"/>
            <a:ext cx="889000" cy="889000"/>
          </a:xfrm>
          <a:prstGeom prst="ellipse">
            <a:avLst/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699000" y="2095500"/>
            <a:ext cx="88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842000" y="18415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阶段核心目标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842000" y="22860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搭建本地及服务器开发环境，完成基础架构搭建与底层编码。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2000" y="3111500"/>
            <a:ext cx="203200" cy="203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096000" y="3086100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截止：5月05日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28000" y="1524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382000" y="1841500"/>
            <a:ext cx="889000" cy="889000"/>
          </a:xfrm>
          <a:prstGeom prst="ellipse">
            <a:avLst/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382000" y="2095500"/>
            <a:ext cx="88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525000" y="18415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阶段核心目标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525000" y="22860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实现系统的核心业务功能模块，并撰写项目中期开发报告。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0" y="3111500"/>
            <a:ext cx="203200" cy="2032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779000" y="3086100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截止：5月06日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3937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1016000" y="4254500"/>
            <a:ext cx="889000" cy="889000"/>
          </a:xfrm>
          <a:prstGeom prst="ellipse">
            <a:avLst/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1016000" y="4508500"/>
            <a:ext cx="88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2159000" y="42545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阶段核心目标：测试优化与文档编写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2159000" y="46990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对系统进行全面的功能测试与压力测试，修复已知Bug，并完成软件使用说明书的撰写。</a:t>
            </a:r>
            <a:endParaRPr lang="en-US" sz="1100"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9000" y="5461000"/>
            <a:ext cx="203200" cy="2032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2413000" y="54356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截止时间：5月13日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223000" y="3937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6477000" y="4254500"/>
            <a:ext cx="889000" cy="889000"/>
          </a:xfrm>
          <a:prstGeom prst="ellipse">
            <a:avLst/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6477000" y="4508500"/>
            <a:ext cx="88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620000" y="42545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阶段核心目标：部署上线与结项交付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7620000" y="46990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将系统部署至生产环境，整理所有项目源码、文档及演示视频，准备最终的答辩与结项。</a:t>
            </a:r>
            <a:endParaRPr lang="en-US" sz="1100"/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0" y="5461000"/>
            <a:ext cx="203200" cy="2032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7874000" y="54356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截止时间：项目结项前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651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2540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4191000"/>
            <a:ext cx="1016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4699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欢迎各位老师和同学提问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461000"/>
            <a:ext cx="1219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LISTENING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615</Words>
  <Application>Microsoft Office PowerPoint</Application>
  <PresentationFormat>宽屏</PresentationFormat>
  <Paragraphs>113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HC5563</cp:lastModifiedBy>
  <cp:revision>2</cp:revision>
  <dcterms:modified xsi:type="dcterms:W3CDTF">2026-04-23T15:19:37Z</dcterms:modified>
</cp:coreProperties>
</file>